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7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0" Type="http://schemas.openxmlformats.org/officeDocument/2006/relationships/tableStyles" Target="tableStyles.xml"/>  <Relationship Id="rId9" Type="http://schemas.openxmlformats.org/officeDocument/2006/relationships/theme" Target="theme/theme1.xml"/>  <Relationship Id="rId8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4032"/>
            <a:ext cx="12185650" cy="672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94496"/>
            <a:ext cx="12185650" cy="666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24960"/>
            <a:ext cx="12185650" cy="660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0224"/>
            <a:ext cx="12185650" cy="673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02112"/>
            <a:ext cx="12185650" cy="664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